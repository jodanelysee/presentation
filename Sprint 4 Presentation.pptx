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A2E1BA-6B94-5A45-B771-5A9F4A87333D}" v="996" dt="2021-12-02T17:42:39.592"/>
    <p1510:client id="{4001404E-B265-8C5F-6F44-27759EF4974E}" v="603" dt="2021-12-07T01:16:35.748"/>
    <p1510:client id="{9C7A178B-F86B-F842-B92C-6EEE7CA15274}" v="58" dt="2021-12-07T16:34:01.236"/>
    <p1510:client id="{9DBF176F-5E87-305D-0836-1EC5A4285C33}" v="344" dt="2021-12-02T17:37:59.863"/>
    <p1510:client id="{B35A2F8B-F4ED-145D-4AEE-29C4DB8B7E17}" v="20" dt="2021-12-07T15:01:15.126"/>
    <p1510:client id="{C2E6FC18-B593-836A-3A5E-BADD955EC584}" v="6" dt="2021-12-07T01:31:36.901"/>
    <p1510:client id="{ECC16D6E-D02E-5606-20A9-6A2FC91ABD58}" v="4" dt="2021-12-07T17:01:14.6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24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45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81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13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844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18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62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699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80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90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11271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599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11311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5592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61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21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867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58" r:id="rId2"/>
    <p:sldLayoutId id="2147483959" r:id="rId3"/>
    <p:sldLayoutId id="2147483960" r:id="rId4"/>
    <p:sldLayoutId id="2147483961" r:id="rId5"/>
    <p:sldLayoutId id="2147483962" r:id="rId6"/>
    <p:sldLayoutId id="2147483963" r:id="rId7"/>
    <p:sldLayoutId id="2147483964" r:id="rId8"/>
    <p:sldLayoutId id="2147483965" r:id="rId9"/>
    <p:sldLayoutId id="2147483966" r:id="rId10"/>
    <p:sldLayoutId id="2147483967" r:id="rId11"/>
    <p:sldLayoutId id="2147483968" r:id="rId12"/>
    <p:sldLayoutId id="2147483969" r:id="rId13"/>
    <p:sldLayoutId id="2147483970" r:id="rId14"/>
    <p:sldLayoutId id="2147483971" r:id="rId15"/>
    <p:sldLayoutId id="214748397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hnMZfJXWS5A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7577DEC-D9A5-404D-9789-702F4319B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EEA9366-CEA8-4F23-B065-4337F0D8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04A03D6-39B4-4278-9BE1-A07E02449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BE459AF-3736-4886-82E0-9B5DA427B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4B6B88EF-180C-4E39-8A3F-A52E87110C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52DFAACF-64D0-4621-8FF4-E2F03C3E8D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36611FF0-65B3-49DB-97C6-1B72AAD0F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0F7407FE-86B1-4890-9D80-9406FBF29E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EBD42D5B-8F87-45B3-98B3-C66944F92E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F5E04699-59E1-4468-9E7C-83070EEB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2AE8F13-9A52-4D7F-9637-321EA7CF32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F01B33CC-66F4-7D48-8234-A8B895188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Jodan Elysee, Kevin Botwinick, Jack Kogut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FC95B3-2563-E244-884A-6792686E9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>
            <a:normAutofit/>
          </a:bodyPr>
          <a:lstStyle/>
          <a:p>
            <a:r>
              <a:rPr lang="en-US"/>
              <a:t>Sprint 4: Presentation </a:t>
            </a:r>
          </a:p>
        </p:txBody>
      </p:sp>
    </p:spTree>
    <p:extLst>
      <p:ext uri="{BB962C8B-B14F-4D97-AF65-F5344CB8AC3E}">
        <p14:creationId xmlns:p14="http://schemas.microsoft.com/office/powerpoint/2010/main" val="3520740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423CA5-E2E1-4789-B759-9906C1C940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"/>
            <a:ext cx="4660126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660127" y="-3"/>
            <a:ext cx="1056745" cy="6858001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D3FC4F-F555-C743-8923-93C3C6893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54" y="643467"/>
            <a:ext cx="4203045" cy="13756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Challenges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083DC5-4335-C74F-A368-6C8FCE193CEB}"/>
              </a:ext>
            </a:extLst>
          </p:cNvPr>
          <p:cNvSpPr txBox="1"/>
          <p:nvPr/>
        </p:nvSpPr>
        <p:spPr>
          <a:xfrm>
            <a:off x="341050" y="1774224"/>
            <a:ext cx="3973943" cy="344011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>
                <a:solidFill>
                  <a:schemeClr val="bg1"/>
                </a:solidFill>
              </a:rPr>
              <a:t>Sprint 1 Challenges: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>
                <a:solidFill>
                  <a:schemeClr val="bg1"/>
                </a:solidFill>
              </a:rPr>
              <a:t>Time Management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>
                <a:solidFill>
                  <a:schemeClr val="bg1"/>
                </a:solidFill>
              </a:rPr>
              <a:t>Meeting with group members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>
                <a:solidFill>
                  <a:schemeClr val="bg1"/>
                </a:solidFill>
              </a:rPr>
              <a:t>Robot Testing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20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>
                <a:solidFill>
                  <a:schemeClr val="bg1"/>
                </a:solidFill>
              </a:rPr>
              <a:t>Sprint 2 Challenges: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>
                <a:solidFill>
                  <a:schemeClr val="bg1"/>
                </a:solidFill>
              </a:rPr>
              <a:t>Struggled with block code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>
                <a:solidFill>
                  <a:schemeClr val="bg1"/>
                </a:solidFill>
              </a:rPr>
              <a:t>Room availability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20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>
                <a:solidFill>
                  <a:schemeClr val="bg1"/>
                </a:solidFill>
              </a:rPr>
              <a:t>Sprint 3 Challenges: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>
                <a:solidFill>
                  <a:schemeClr val="bg1"/>
                </a:solidFill>
              </a:rPr>
              <a:t>Time Management </a:t>
            </a: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sz="2000">
                <a:solidFill>
                  <a:schemeClr val="bg1"/>
                </a:solidFill>
              </a:rPr>
              <a:t>Robot Testing (Ramp)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1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100">
              <a:solidFill>
                <a:schemeClr val="bg1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endParaRPr lang="en-US" sz="1100">
              <a:solidFill>
                <a:schemeClr val="bg1"/>
              </a:solidFill>
            </a:endParaRPr>
          </a:p>
        </p:txBody>
      </p:sp>
      <p:pic>
        <p:nvPicPr>
          <p:cNvPr id="3" name="Picture 4" descr="A picture containing text, table&#10;&#10;Description automatically generated">
            <a:extLst>
              <a:ext uri="{FF2B5EF4-FFF2-40B4-BE49-F238E27FC236}">
                <a16:creationId xmlns:a16="http://schemas.microsoft.com/office/drawing/2014/main" id="{86F3E85A-DD95-4301-8F3C-8B265A942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616" y="972608"/>
            <a:ext cx="4900269" cy="4900269"/>
          </a:xfrm>
          <a:prstGeom prst="rect">
            <a:avLst/>
          </a:prstGeom>
        </p:spPr>
      </p:pic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55696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466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2DBCA-7F67-49A1-A657-6FD26FCAA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 Group member Roles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E187DC-7707-460D-BE64-19845A320D04}"/>
              </a:ext>
            </a:extLst>
          </p:cNvPr>
          <p:cNvSpPr txBox="1"/>
          <p:nvPr/>
        </p:nvSpPr>
        <p:spPr>
          <a:xfrm>
            <a:off x="1833914" y="2552563"/>
            <a:ext cx="11020611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/>
              <a:t>Jodan: Block Code and Gantt Chart Supervisor</a:t>
            </a:r>
          </a:p>
          <a:p>
            <a:endParaRPr lang="en-US" sz="2800"/>
          </a:p>
          <a:p>
            <a:r>
              <a:rPr lang="en-US" sz="2800"/>
              <a:t>Kevin: System Design Document Editor</a:t>
            </a:r>
          </a:p>
          <a:p>
            <a:endParaRPr lang="en-US" sz="2800"/>
          </a:p>
          <a:p>
            <a:r>
              <a:rPr lang="en-US" sz="2800"/>
              <a:t>Jack: Algorithm Management/Videographer </a:t>
            </a:r>
          </a:p>
        </p:txBody>
      </p:sp>
    </p:spTree>
    <p:extLst>
      <p:ext uri="{BB962C8B-B14F-4D97-AF65-F5344CB8AC3E}">
        <p14:creationId xmlns:p14="http://schemas.microsoft.com/office/powerpoint/2010/main" val="1671145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2585A-39C4-4A1C-86B5-869D7D8E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What we learned about software 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944C72-1964-48F4-BC44-CD5D10D8ED3F}"/>
              </a:ext>
            </a:extLst>
          </p:cNvPr>
          <p:cNvSpPr txBox="1"/>
          <p:nvPr/>
        </p:nvSpPr>
        <p:spPr>
          <a:xfrm>
            <a:off x="1740795" y="2030569"/>
            <a:ext cx="6467340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ctr">
              <a:buFont typeface="Arial"/>
              <a:buChar char="•"/>
            </a:pPr>
            <a:r>
              <a:rPr lang="en-US" sz="2000"/>
              <a:t>We learned what it feels like to be a software engineer. a software engineer is a person who applies the principles of software engineering to design, develop, maintain, test, and evaluate every sprint.</a:t>
            </a:r>
            <a:endParaRPr lang="en-US"/>
          </a:p>
          <a:p>
            <a:pPr marL="285750" indent="-285750" algn="ctr">
              <a:buFont typeface="Arial"/>
              <a:buChar char="•"/>
            </a:pPr>
            <a:endParaRPr lang="en-US" sz="2000"/>
          </a:p>
          <a:p>
            <a:pPr marL="285750" indent="-285750" algn="ctr">
              <a:buFont typeface="Arial"/>
              <a:buChar char="•"/>
            </a:pPr>
            <a:r>
              <a:rPr lang="en-US" sz="2000"/>
              <a:t> In software engineering it's important to work as a team and divide the tasks for a better result.</a:t>
            </a:r>
          </a:p>
          <a:p>
            <a:pPr marL="285750" indent="-285750" algn="ctr">
              <a:buFont typeface="Arial"/>
              <a:buChar char="•"/>
            </a:pPr>
            <a:r>
              <a:rPr lang="en-US" sz="2000"/>
              <a:t> Software engineering also taught us the importance of time management and how important it is to manage time affectively.</a:t>
            </a:r>
          </a:p>
          <a:p>
            <a:pPr marL="285750" indent="-285750" algn="ctr">
              <a:buFont typeface="Arial"/>
              <a:buChar char="•"/>
            </a:pPr>
            <a:endParaRPr lang="en-US" sz="2000"/>
          </a:p>
          <a:p>
            <a:pPr marL="285750" indent="-285750" algn="ctr">
              <a:buFont typeface="Arial"/>
              <a:buChar char="•"/>
            </a:pPr>
            <a:r>
              <a:rPr lang="en-US" sz="2000"/>
              <a:t> The final takeaway from software engineering is it's ok to not get the answer right away it can take multiple tries until the software is done correctly. </a:t>
            </a:r>
          </a:p>
        </p:txBody>
      </p:sp>
    </p:spTree>
    <p:extLst>
      <p:ext uri="{BB962C8B-B14F-4D97-AF65-F5344CB8AC3E}">
        <p14:creationId xmlns:p14="http://schemas.microsoft.com/office/powerpoint/2010/main" val="499697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162D5-DAF0-4576-9420-0A48D41D1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What would we do differently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0C60C6-CCC9-48A3-940B-B08C92500D8E}"/>
              </a:ext>
            </a:extLst>
          </p:cNvPr>
          <p:cNvSpPr txBox="1"/>
          <p:nvPr/>
        </p:nvSpPr>
        <p:spPr>
          <a:xfrm>
            <a:off x="540870" y="2049929"/>
            <a:ext cx="11069937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l">
              <a:buFontTx/>
              <a:buChar char="-"/>
            </a:pPr>
            <a:r>
              <a:rPr lang="en-US" sz="2800"/>
              <a:t>Better time management</a:t>
            </a:r>
          </a:p>
          <a:p>
            <a:pPr marL="457200" indent="-457200" algn="l">
              <a:buFontTx/>
              <a:buChar char="-"/>
            </a:pPr>
            <a:r>
              <a:rPr lang="en-US" sz="2800"/>
              <a:t>Changing Roles</a:t>
            </a:r>
          </a:p>
          <a:p>
            <a:pPr marL="457200" indent="-457200">
              <a:buChar char="-"/>
            </a:pPr>
            <a:r>
              <a:rPr lang="en-US" sz="2800"/>
              <a:t>More attempts with robot on the 2nd and 3rd Sprint.</a:t>
            </a:r>
          </a:p>
          <a:p>
            <a:pPr marL="457200" indent="-457200">
              <a:buChar char="-"/>
            </a:pPr>
            <a:r>
              <a:rPr lang="en-US" sz="2800"/>
              <a:t>Try to make the robot go faster.</a:t>
            </a:r>
          </a:p>
          <a:p>
            <a:pPr marL="457200" indent="-457200">
              <a:buChar char="-"/>
            </a:pPr>
            <a:r>
              <a:rPr lang="en-US" sz="2800"/>
              <a:t>Try to get the robot to follow inside the tape for longer.</a:t>
            </a:r>
          </a:p>
          <a:p>
            <a:pPr marL="457200" indent="-457200">
              <a:buChar char="-"/>
            </a:pPr>
            <a:endParaRPr lang="en-US" sz="2800"/>
          </a:p>
          <a:p>
            <a:pPr marL="457200" indent="-457200">
              <a:buChar char="-"/>
            </a:pP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344213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2013A-985E-454F-A307-CB8490C61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Agility Block Code</a:t>
            </a:r>
          </a:p>
        </p:txBody>
      </p:sp>
      <p:pic>
        <p:nvPicPr>
          <p:cNvPr id="5" name="Picture 5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0E871780-CC7F-4CEF-BE14-50626C9E0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151" y="1646553"/>
            <a:ext cx="3257120" cy="504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262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2E158-8016-47E0-9639-A73E49D48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2237" y="597310"/>
            <a:ext cx="8596668" cy="1320800"/>
          </a:xfrm>
        </p:spPr>
        <p:txBody>
          <a:bodyPr/>
          <a:lstStyle/>
          <a:p>
            <a:pPr algn="ctr"/>
            <a:r>
              <a:rPr lang="en-US"/>
              <a:t>Agility Video</a:t>
            </a:r>
          </a:p>
        </p:txBody>
      </p:sp>
      <p:pic>
        <p:nvPicPr>
          <p:cNvPr id="3" name="Picture 3">
            <a:hlinkClick r:id="" action="ppaction://media"/>
            <a:extLst>
              <a:ext uri="{FF2B5EF4-FFF2-40B4-BE49-F238E27FC236}">
                <a16:creationId xmlns:a16="http://schemas.microsoft.com/office/drawing/2014/main" id="{8887C0B5-ACD9-4672-93B6-985FE7ECB38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241323" y="1405706"/>
            <a:ext cx="9254612" cy="478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67332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Facet</vt:lpstr>
      <vt:lpstr>Sprint 4: Presentation </vt:lpstr>
      <vt:lpstr>Challenges</vt:lpstr>
      <vt:lpstr> Group member Roles</vt:lpstr>
      <vt:lpstr>What we learned about software engineering</vt:lpstr>
      <vt:lpstr>What would we do differently</vt:lpstr>
      <vt:lpstr>Agility Block Code</vt:lpstr>
      <vt:lpstr>Agility Video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4 </dc:title>
  <dc:creator>Jodan Elysee</dc:creator>
  <cp:revision>8</cp:revision>
  <dcterms:created xsi:type="dcterms:W3CDTF">2021-12-02T16:58:02Z</dcterms:created>
  <dcterms:modified xsi:type="dcterms:W3CDTF">2021-12-07T17:01:33Z</dcterms:modified>
</cp:coreProperties>
</file>